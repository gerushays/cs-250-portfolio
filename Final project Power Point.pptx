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20" y="15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us Hays" userId="edb58b91b7176d4e" providerId="LiveId" clId="{821BF1B8-867A-4CE6-81EA-CC0E30E8161F}"/>
    <pc:docChg chg="undo custSel addSld modSld">
      <pc:chgData name="Gerus Hays" userId="edb58b91b7176d4e" providerId="LiveId" clId="{821BF1B8-867A-4CE6-81EA-CC0E30E8161F}" dt="2026-04-20T00:21:00.742" v="1176" actId="20577"/>
      <pc:docMkLst>
        <pc:docMk/>
      </pc:docMkLst>
      <pc:sldChg chg="modSp new mod">
        <pc:chgData name="Gerus Hays" userId="edb58b91b7176d4e" providerId="LiveId" clId="{821BF1B8-867A-4CE6-81EA-CC0E30E8161F}" dt="2026-04-20T00:17:02.797" v="339" actId="20577"/>
        <pc:sldMkLst>
          <pc:docMk/>
          <pc:sldMk cId="3827295385" sldId="257"/>
        </pc:sldMkLst>
        <pc:spChg chg="mod">
          <ac:chgData name="Gerus Hays" userId="edb58b91b7176d4e" providerId="LiveId" clId="{821BF1B8-867A-4CE6-81EA-CC0E30E8161F}" dt="2026-04-20T00:15:28.398" v="21" actId="20577"/>
          <ac:spMkLst>
            <pc:docMk/>
            <pc:sldMk cId="3827295385" sldId="257"/>
            <ac:spMk id="2" creationId="{9A6DBF03-F48E-3475-EA0C-779C267342E9}"/>
          </ac:spMkLst>
        </pc:spChg>
        <pc:spChg chg="mod">
          <ac:chgData name="Gerus Hays" userId="edb58b91b7176d4e" providerId="LiveId" clId="{821BF1B8-867A-4CE6-81EA-CC0E30E8161F}" dt="2026-04-20T00:17:02.797" v="339" actId="20577"/>
          <ac:spMkLst>
            <pc:docMk/>
            <pc:sldMk cId="3827295385" sldId="257"/>
            <ac:spMk id="3" creationId="{72CCBCDC-FB34-18F6-3876-68052B36A236}"/>
          </ac:spMkLst>
        </pc:spChg>
      </pc:sldChg>
      <pc:sldChg chg="modSp new mod">
        <pc:chgData name="Gerus Hays" userId="edb58b91b7176d4e" providerId="LiveId" clId="{821BF1B8-867A-4CE6-81EA-CC0E30E8161F}" dt="2026-04-20T00:18:10.809" v="547" actId="20577"/>
        <pc:sldMkLst>
          <pc:docMk/>
          <pc:sldMk cId="2943881830" sldId="258"/>
        </pc:sldMkLst>
        <pc:spChg chg="mod">
          <ac:chgData name="Gerus Hays" userId="edb58b91b7176d4e" providerId="LiveId" clId="{821BF1B8-867A-4CE6-81EA-CC0E30E8161F}" dt="2026-04-20T00:17:30.007" v="369" actId="20577"/>
          <ac:spMkLst>
            <pc:docMk/>
            <pc:sldMk cId="2943881830" sldId="258"/>
            <ac:spMk id="2" creationId="{9A94AF9A-7EA6-E87B-4EE7-041DF11645E3}"/>
          </ac:spMkLst>
        </pc:spChg>
        <pc:spChg chg="mod">
          <ac:chgData name="Gerus Hays" userId="edb58b91b7176d4e" providerId="LiveId" clId="{821BF1B8-867A-4CE6-81EA-CC0E30E8161F}" dt="2026-04-20T00:18:10.809" v="547" actId="20577"/>
          <ac:spMkLst>
            <pc:docMk/>
            <pc:sldMk cId="2943881830" sldId="258"/>
            <ac:spMk id="3" creationId="{D1F762DE-6258-3B5F-DFAF-FBA675C7F355}"/>
          </ac:spMkLst>
        </pc:spChg>
      </pc:sldChg>
      <pc:sldChg chg="modSp new mod">
        <pc:chgData name="Gerus Hays" userId="edb58b91b7176d4e" providerId="LiveId" clId="{821BF1B8-867A-4CE6-81EA-CC0E30E8161F}" dt="2026-04-20T00:19:07.491" v="724" actId="313"/>
        <pc:sldMkLst>
          <pc:docMk/>
          <pc:sldMk cId="3856012288" sldId="259"/>
        </pc:sldMkLst>
        <pc:spChg chg="mod">
          <ac:chgData name="Gerus Hays" userId="edb58b91b7176d4e" providerId="LiveId" clId="{821BF1B8-867A-4CE6-81EA-CC0E30E8161F}" dt="2026-04-20T00:18:28.789" v="567" actId="20577"/>
          <ac:spMkLst>
            <pc:docMk/>
            <pc:sldMk cId="3856012288" sldId="259"/>
            <ac:spMk id="2" creationId="{04441B1D-102A-21D2-9EC5-9A8A84F36F0A}"/>
          </ac:spMkLst>
        </pc:spChg>
        <pc:spChg chg="mod">
          <ac:chgData name="Gerus Hays" userId="edb58b91b7176d4e" providerId="LiveId" clId="{821BF1B8-867A-4CE6-81EA-CC0E30E8161F}" dt="2026-04-20T00:19:07.491" v="724" actId="313"/>
          <ac:spMkLst>
            <pc:docMk/>
            <pc:sldMk cId="3856012288" sldId="259"/>
            <ac:spMk id="3" creationId="{D3211FA9-DEFC-1C95-30A2-C2619CE71AC9}"/>
          </ac:spMkLst>
        </pc:spChg>
      </pc:sldChg>
      <pc:sldChg chg="modSp new mod">
        <pc:chgData name="Gerus Hays" userId="edb58b91b7176d4e" providerId="LiveId" clId="{821BF1B8-867A-4CE6-81EA-CC0E30E8161F}" dt="2026-04-20T00:20:04.895" v="929" actId="20577"/>
        <pc:sldMkLst>
          <pc:docMk/>
          <pc:sldMk cId="2333325616" sldId="260"/>
        </pc:sldMkLst>
        <pc:spChg chg="mod">
          <ac:chgData name="Gerus Hays" userId="edb58b91b7176d4e" providerId="LiveId" clId="{821BF1B8-867A-4CE6-81EA-CC0E30E8161F}" dt="2026-04-20T00:19:21.562" v="757" actId="20577"/>
          <ac:spMkLst>
            <pc:docMk/>
            <pc:sldMk cId="2333325616" sldId="260"/>
            <ac:spMk id="2" creationId="{ECD55D3A-0E70-1F39-E26B-D014DB694EBA}"/>
          </ac:spMkLst>
        </pc:spChg>
        <pc:spChg chg="mod">
          <ac:chgData name="Gerus Hays" userId="edb58b91b7176d4e" providerId="LiveId" clId="{821BF1B8-867A-4CE6-81EA-CC0E30E8161F}" dt="2026-04-20T00:20:04.895" v="929" actId="20577"/>
          <ac:spMkLst>
            <pc:docMk/>
            <pc:sldMk cId="2333325616" sldId="260"/>
            <ac:spMk id="3" creationId="{0BA9FF3D-FBB0-4ACA-1DB1-A5E4522FCD9F}"/>
          </ac:spMkLst>
        </pc:spChg>
      </pc:sldChg>
      <pc:sldChg chg="modSp new mod">
        <pc:chgData name="Gerus Hays" userId="edb58b91b7176d4e" providerId="LiveId" clId="{821BF1B8-867A-4CE6-81EA-CC0E30E8161F}" dt="2026-04-20T00:21:00.742" v="1176" actId="20577"/>
        <pc:sldMkLst>
          <pc:docMk/>
          <pc:sldMk cId="2623302944" sldId="261"/>
        </pc:sldMkLst>
        <pc:spChg chg="mod">
          <ac:chgData name="Gerus Hays" userId="edb58b91b7176d4e" providerId="LiveId" clId="{821BF1B8-867A-4CE6-81EA-CC0E30E8161F}" dt="2026-04-20T00:20:20.530" v="961" actId="20577"/>
          <ac:spMkLst>
            <pc:docMk/>
            <pc:sldMk cId="2623302944" sldId="261"/>
            <ac:spMk id="2" creationId="{0540B116-EBB5-4DE7-2521-1DD7307A8602}"/>
          </ac:spMkLst>
        </pc:spChg>
        <pc:spChg chg="mod">
          <ac:chgData name="Gerus Hays" userId="edb58b91b7176d4e" providerId="LiveId" clId="{821BF1B8-867A-4CE6-81EA-CC0E30E8161F}" dt="2026-04-20T00:21:00.742" v="1176" actId="20577"/>
          <ac:spMkLst>
            <pc:docMk/>
            <pc:sldMk cId="2623302944" sldId="261"/>
            <ac:spMk id="3" creationId="{6A1F10DB-6D46-E487-562D-869BBFCF7C1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AC75A-3929-3957-A2BD-FC6750F2D7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A9A70C-9778-FBDD-9FC7-3FC72CD37A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33057-E223-AACC-07BE-063F6B314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9CB6-A09D-4CFE-B2E1-3067630AAAB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0B22E-18BB-87AF-4A3D-B3DB6CC9A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A9424-4E19-4764-9DE5-26FCC6B67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84520-B43A-439A-BB2B-EBF35482B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001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CDCB7-FD16-D453-BE84-9E0B4F393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CF604-AED7-DBB2-B7FE-D8EEBE5ED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E3FC8-6BC7-9E44-D7AC-E4117C2C3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9CB6-A09D-4CFE-B2E1-3067630AAAB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628B6-2D5F-A30F-6791-2AB2918C8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C5FC9-D21B-0289-D585-4D85FFB94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84520-B43A-439A-BB2B-EBF35482B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53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14E2-D5B3-4E34-B952-B290436E7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CA52E-0DCF-8007-0E85-A3B266F9C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F2ED5-8282-5CC1-00D0-E38261097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9CB6-A09D-4CFE-B2E1-3067630AAAB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C9DE5-B9E6-D27E-075A-D8389529E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78384-0630-A87A-F087-E114CC729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84520-B43A-439A-BB2B-EBF35482B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8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B3C08-E0F7-BA74-D9B0-F1C5A9AD5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165B6-EE7F-A82C-722A-2EA3402236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D21225-2758-4728-E5FF-216A79A68C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B99964-6FC8-42A4-E074-5DCACD78F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9CB6-A09D-4CFE-B2E1-3067630AAAB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2BDB8-28D9-8BCA-5F68-12FD30CA8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D3162F-95EB-BF24-203C-70CFB3F0D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84520-B43A-439A-BB2B-EBF35482B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76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DDDA3-964C-CD44-514F-06FE4C230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2BB65-5BFA-B9A9-17EF-B8E4E1D83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00ED4A-DAE4-2D83-F1D1-FA84848E3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F0B62C-7C62-C5CF-07C9-51FF9BD40C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B504D2-0260-387C-9E27-2588FBA86B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A77307-8227-1924-FFE8-0A186A30C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9CB6-A09D-4CFE-B2E1-3067630AAAB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6B0E2E-BD47-85B5-E89C-A1A04BB63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90D394-D568-9E51-A7E4-7D2D5EE5A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84520-B43A-439A-BB2B-EBF35482B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93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20C0E-08ED-FB2A-2DB0-599EDB8AA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515A45-EDC6-AAB9-2CEC-B52A968A1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9CB6-A09D-4CFE-B2E1-3067630AAAB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22A12C-1AB2-9962-B4A1-0998B8C30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5E61AE-8369-3F55-EB11-B5C21FC96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84520-B43A-439A-BB2B-EBF35482B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785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7D3AAA-B093-F10F-898C-ADA5C0CE3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9CB6-A09D-4CFE-B2E1-3067630AAAB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8F1AF8-764E-E0AE-7E4C-B5C5F7684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465B3-AF4F-1F8F-6813-D4A95282B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84520-B43A-439A-BB2B-EBF35482B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806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5637E-5F16-6D35-275A-68B133982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A657F-43AC-352B-DE0D-03B9F14BF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FA1426-F12A-40A5-1759-2FFA8681A7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8E62A5-5383-78B6-C260-6FD7334A2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9CB6-A09D-4CFE-B2E1-3067630AAAB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26E57D-9318-85A8-20D3-5E3AA2848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3F393-303A-882E-6595-8711E48CE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84520-B43A-439A-BB2B-EBF35482B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511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3CC4E-06AB-7541-BAED-BBC0F589E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F16102-424D-156A-E211-DDDAF47ADE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2C3B0C-4C1D-611F-921A-8D451A15E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359959-A7C3-D506-DF2B-FF34BF515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9CB6-A09D-4CFE-B2E1-3067630AAAB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D4AC6-6C79-B9EF-0C54-3F4B47506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2F53C-A265-7FA6-D824-C64E277EC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84520-B43A-439A-BB2B-EBF35482B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180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DB1A9-E11F-B320-8C5B-FF8B89781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331996-E1E9-2DCD-3D42-0737F52A2C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01A1E-4DB0-4C29-8869-3D2DCF5DA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9CB6-A09D-4CFE-B2E1-3067630AAAB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16019-D7AF-7175-302D-A8DB179F8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8A1D6-72EA-C669-9A11-DF31AA008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84520-B43A-439A-BB2B-EBF35482B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546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1C83EE-2AB4-0116-DD91-CE0A043647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9D0ECE-8C70-1878-A688-6469D6994D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CC9E4-B728-3F58-224E-CC1304649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89CB6-A09D-4CFE-B2E1-3067630AAAB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BA2EE-F2B7-0BCE-9E99-FDE682E37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89A9D-A9F0-B519-89DB-079AAD769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84520-B43A-439A-BB2B-EBF35482B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50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EB2937-83C2-C321-58A1-394DEBA96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0481C0-3324-1702-9F1E-BC11E7806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DD236-574E-5814-8912-7FA9960732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389CB6-A09D-4CFE-B2E1-3067630AAAB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24C56-AA8B-5185-643A-E735D48FFE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EDFE7-A92A-EBEA-4DC3-1094CEB90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D84520-B43A-439A-BB2B-EBF35482B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568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D4225-7420-3FCC-3A97-6ECF1FD44D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Scrum-Agile vs Waterfall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361420-563F-0C7A-02DC-7518606DF1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SNHU Travel Project Review</a:t>
            </a:r>
          </a:p>
          <a:p>
            <a:r>
              <a:rPr lang="en-US"/>
              <a:t>CS-250 by Gerus Hays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852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DBF03-F48E-3475-EA0C-779C26734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CBCDC-FB34-18F6-3876-68052B36A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Product Owner</a:t>
            </a:r>
          </a:p>
          <a:p>
            <a:pPr lvl="1"/>
            <a:r>
              <a:rPr lang="en-US" dirty="0"/>
              <a:t>Defines and prioritizes backlog</a:t>
            </a:r>
          </a:p>
          <a:p>
            <a:r>
              <a:rPr lang="en-US" dirty="0"/>
              <a:t>Scrum Master</a:t>
            </a:r>
          </a:p>
          <a:p>
            <a:pPr lvl="1"/>
            <a:r>
              <a:rPr lang="en-US" dirty="0"/>
              <a:t>Removes blockers, ensures process is followed</a:t>
            </a:r>
          </a:p>
          <a:p>
            <a:r>
              <a:rPr lang="en-US" dirty="0"/>
              <a:t>Development Team</a:t>
            </a:r>
          </a:p>
          <a:p>
            <a:pPr lvl="1"/>
            <a:r>
              <a:rPr lang="en-US" dirty="0"/>
              <a:t>Builds and delivers product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These roles keep work organized and focused</a:t>
            </a:r>
          </a:p>
        </p:txBody>
      </p:sp>
    </p:spTree>
    <p:extLst>
      <p:ext uri="{BB962C8B-B14F-4D97-AF65-F5344CB8AC3E}">
        <p14:creationId xmlns:p14="http://schemas.microsoft.com/office/powerpoint/2010/main" val="3827295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4AF9A-7EA6-E87B-4EE7-041DF116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Phases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762DE-6258-3B5F-DFAF-FBA675C7F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Planning – backlog creation</a:t>
            </a:r>
          </a:p>
          <a:p>
            <a:r>
              <a:rPr lang="en-US" dirty="0"/>
              <a:t>Sprint planning</a:t>
            </a:r>
          </a:p>
          <a:p>
            <a:r>
              <a:rPr lang="en-US" dirty="0"/>
              <a:t>Development – sprint execution</a:t>
            </a:r>
          </a:p>
          <a:p>
            <a:r>
              <a:rPr lang="en-US" dirty="0"/>
              <a:t>Testing</a:t>
            </a:r>
          </a:p>
          <a:p>
            <a:r>
              <a:rPr lang="en-US" dirty="0"/>
              <a:t>Review</a:t>
            </a:r>
          </a:p>
          <a:p>
            <a:r>
              <a:rPr lang="en-US" dirty="0"/>
              <a:t>Retrospective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Continuous cycle instead of one long process.</a:t>
            </a:r>
          </a:p>
        </p:txBody>
      </p:sp>
    </p:spTree>
    <p:extLst>
      <p:ext uri="{BB962C8B-B14F-4D97-AF65-F5344CB8AC3E}">
        <p14:creationId xmlns:p14="http://schemas.microsoft.com/office/powerpoint/2010/main" val="2943881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41B1D-102A-21D2-9EC5-9A8A84F3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11FA9-DEFC-1C95-30A2-C2619CE71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process</a:t>
            </a:r>
          </a:p>
          <a:p>
            <a:pPr lvl="1"/>
            <a:r>
              <a:rPr lang="en-US" dirty="0"/>
              <a:t>Requirements &gt; Design &gt; Build &gt; Test &gt; Deploy</a:t>
            </a:r>
          </a:p>
          <a:p>
            <a:r>
              <a:rPr lang="en-US" dirty="0"/>
              <a:t>Changes are difficult</a:t>
            </a:r>
          </a:p>
          <a:p>
            <a:r>
              <a:rPr lang="en-US" dirty="0"/>
              <a:t>Testing happens late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Works best when requirements are fixed</a:t>
            </a:r>
          </a:p>
        </p:txBody>
      </p:sp>
    </p:spTree>
    <p:extLst>
      <p:ext uri="{BB962C8B-B14F-4D97-AF65-F5344CB8AC3E}">
        <p14:creationId xmlns:p14="http://schemas.microsoft.com/office/powerpoint/2010/main" val="3856012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55D3A-0E70-1F39-E26B-D014DB694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vs Waterfall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9FF3D-FBB0-4ACA-1DB1-A5E4522FC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Agile</a:t>
            </a:r>
          </a:p>
          <a:p>
            <a:pPr lvl="1"/>
            <a:r>
              <a:rPr lang="en-US" dirty="0"/>
              <a:t>Flexible</a:t>
            </a:r>
          </a:p>
          <a:p>
            <a:pPr lvl="1"/>
            <a:r>
              <a:rPr lang="en-US" dirty="0"/>
              <a:t>Iterative</a:t>
            </a:r>
          </a:p>
          <a:p>
            <a:pPr lvl="1"/>
            <a:r>
              <a:rPr lang="en-US" dirty="0"/>
              <a:t>Continuous Feedback</a:t>
            </a:r>
          </a:p>
          <a:p>
            <a:endParaRPr lang="en-US" dirty="0"/>
          </a:p>
          <a:p>
            <a:r>
              <a:rPr lang="en-US" dirty="0"/>
              <a:t>Waterfall</a:t>
            </a:r>
          </a:p>
          <a:p>
            <a:pPr lvl="1"/>
            <a:r>
              <a:rPr lang="en-US" dirty="0"/>
              <a:t>Structured</a:t>
            </a:r>
          </a:p>
          <a:p>
            <a:pPr lvl="1"/>
            <a:r>
              <a:rPr lang="en-US" dirty="0"/>
              <a:t>Predictable</a:t>
            </a:r>
          </a:p>
          <a:p>
            <a:pPr lvl="1"/>
            <a:r>
              <a:rPr lang="en-US" dirty="0"/>
              <a:t>Hard to change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Agile is better for evolving projects</a:t>
            </a:r>
          </a:p>
        </p:txBody>
      </p:sp>
    </p:spTree>
    <p:extLst>
      <p:ext uri="{BB962C8B-B14F-4D97-AF65-F5344CB8AC3E}">
        <p14:creationId xmlns:p14="http://schemas.microsoft.com/office/powerpoint/2010/main" val="2333325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0B116-EBB5-4DE7-2521-1DD7307A8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approach is Better?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F10DB-6D46-E487-562D-869BBFCF7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Factors to consider:</a:t>
            </a:r>
          </a:p>
          <a:p>
            <a:pPr lvl="1"/>
            <a:r>
              <a:rPr lang="en-US" dirty="0"/>
              <a:t>Project complexity</a:t>
            </a:r>
          </a:p>
          <a:p>
            <a:pPr lvl="1"/>
            <a:r>
              <a:rPr lang="en-US" dirty="0"/>
              <a:t>Likelihood of changes</a:t>
            </a:r>
          </a:p>
          <a:p>
            <a:pPr lvl="1"/>
            <a:r>
              <a:rPr lang="en-US" dirty="0"/>
              <a:t>Team communication level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Based on this project… Agile was the better choice due to flexibility and faster iteration</a:t>
            </a:r>
          </a:p>
        </p:txBody>
      </p:sp>
    </p:spTree>
    <p:extLst>
      <p:ext uri="{BB962C8B-B14F-4D97-AF65-F5344CB8AC3E}">
        <p14:creationId xmlns:p14="http://schemas.microsoft.com/office/powerpoint/2010/main" val="2623302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142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Scrum-Agile vs Waterfall</vt:lpstr>
      <vt:lpstr>Agile Roles</vt:lpstr>
      <vt:lpstr>Agile Phases </vt:lpstr>
      <vt:lpstr>Waterfall Model</vt:lpstr>
      <vt:lpstr>Agile vs Waterfall</vt:lpstr>
      <vt:lpstr>Which approach is Better?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Gerus Hays</dc:creator>
  <cp:lastModifiedBy>Gerus Hays</cp:lastModifiedBy>
  <cp:revision>2</cp:revision>
  <dcterms:created xsi:type="dcterms:W3CDTF">2026-04-20T00:09:57Z</dcterms:created>
  <dcterms:modified xsi:type="dcterms:W3CDTF">2026-04-20T00:21:39Z</dcterms:modified>
</cp:coreProperties>
</file>